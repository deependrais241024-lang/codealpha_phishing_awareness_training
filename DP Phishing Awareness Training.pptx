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5834D-7D88-7096-F1F9-E605AB5EBC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688E55-722D-4BDE-4B84-4F82752A85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039C96-8A32-481E-4E03-7CED5EC25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5F398-A9B4-46CF-B60A-C44BC075C2F9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7D64E-1C31-268C-F427-DE6E8115C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04080-4629-C23B-A6F7-AE9BE2B7B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FD99D-D205-40DE-B088-175456D05D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5111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8F9C4-D480-890C-A868-37EEBB612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78536-0A01-E7F2-B262-495AE89A0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F3C15-2D24-09C5-DE6D-4BE1E0004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5F398-A9B4-46CF-B60A-C44BC075C2F9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148BE-CEB2-F35C-C7B3-6EC442EC7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CCBDF-30D0-BAC0-60E9-56006F0EB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FD99D-D205-40DE-B088-175456D05D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1878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1A6DF-B275-9A06-851B-87B86998A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F0E54-B5F5-DFDE-E3B6-8B9FFF4A1D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A9575-5927-B8C4-1E99-C82853083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5F398-A9B4-46CF-B60A-C44BC075C2F9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AC2A4-F4C7-63EF-A15C-74C664B6D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A55B1-49E1-B524-1D87-5866AF2D8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FD99D-D205-40DE-B088-175456D05D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9866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CDD75-93B8-6642-229E-3A752CDF6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D865B-04DA-7320-20C4-066ED2EC41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925609-5D70-9D1A-085C-BD8D90BFE3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EC5DB3-254C-D5CD-C3EC-ADE152B81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5F398-A9B4-46CF-B60A-C44BC075C2F9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C3C72-B1AE-18F7-7A27-217036732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B17511-53E8-0488-8243-F7AB6766B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FD99D-D205-40DE-B088-175456D05D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148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88AB4-279F-874B-558E-1B4A8CFE1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9496BB-3E36-B7BE-1EAB-623B6C44CA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695323-6AAB-98D6-332B-8888BF249A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345A1F-545B-CE88-DE79-548C658AAF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3DD944-25FB-5517-5DE7-AE245527CB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8896F1-D82F-A56F-59C8-A57CF3FBF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5F398-A9B4-46CF-B60A-C44BC075C2F9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4900AC-6089-CEF6-8E70-FB2425AD9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BED7DA-6184-25F5-2B92-387BE98A7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FD99D-D205-40DE-B088-175456D05D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087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12C57-091B-6CF5-FFEF-A0CFF533E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4B4313-8E39-B4A0-12E6-5FC303919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5F398-A9B4-46CF-B60A-C44BC075C2F9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C2D497-3F02-36FE-2598-8D284848D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B000E5-BCBC-4997-3F8D-50667D4C5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FD99D-D205-40DE-B088-175456D05D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6063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7B0C9C-4CAB-5EB2-3E7C-CC9EEC4E5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5F398-A9B4-46CF-B60A-C44BC075C2F9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A887F7-2E18-F6E2-5670-A536251B4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634B8F-8BD6-974D-92E7-6F0EDE497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FD99D-D205-40DE-B088-175456D05D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3018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1546D-12F4-67E0-87FF-656FAACF1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F1DA3-AB7E-8588-E75B-F0ACFC5E3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0BF0D4-A6B5-1328-BFFA-C3FF3A9672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58D20E-EF11-5221-2A24-49DECE634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5F398-A9B4-46CF-B60A-C44BC075C2F9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1A01E2-78AC-0DD3-8D86-2ADDDA4B5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2E6F1-4612-F645-E874-FD7CB734B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FD99D-D205-40DE-B088-175456D05D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9323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5C5E1-C1BE-412C-1E16-566E5BB40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E66091-7122-980E-D170-1AF3E6B1A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68A16B-D9FE-0498-9AE6-94FACDB9CB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C1FBA7-DF3A-6ABB-3F8E-CA1D45261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5F398-A9B4-46CF-B60A-C44BC075C2F9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02C413-4E19-92D8-30AD-C2468BE85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DC819A-5EB0-BD75-63F5-5588D0D12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FD99D-D205-40DE-B088-175456D05D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1538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24688-BBFF-E9F4-FD70-423DD03DF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0224A9-6C02-6C0B-33EC-3F7C98C141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84BB2-FA73-E561-5525-CBA879BE5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5F398-A9B4-46CF-B60A-C44BC075C2F9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E76B4-872A-D671-2A98-E80AA1643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6A4B0E-F38E-0875-A7E6-CC162A811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FD99D-D205-40DE-B088-175456D05D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6566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0EA0B3-85A6-1587-DE74-A1BA3E6ACC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42A61C-5559-0090-5BFC-5DE4208A51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20C1E-EEE8-BB6D-0AE6-4721E3DAD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5F398-A9B4-46CF-B60A-C44BC075C2F9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19842-CF88-27B7-03F7-19487A030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2D18B1-E865-D086-DDB8-9AC7FEC87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FD99D-D205-40DE-B088-175456D05D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7891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A8EA1D-344B-42CA-BBE8-CA55906EB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AD18C4-43AC-6CBC-790C-D37564017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A839E-2443-E20F-FE37-2927655E03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B5F398-A9B4-46CF-B60A-C44BC075C2F9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C1A8A2-F1AF-81E5-F3E3-92CBF3208E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D7E38-436C-CEAE-B2BD-9D5D8CF0F7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5FD99D-D205-40DE-B088-175456D05D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8858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8810A-9134-E018-16F4-CFAEE95A9D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Phishing Awareness Training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C3DF62-E648-C651-EEBD-9A944A5802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err="1"/>
              <a:t>CodeAlpha</a:t>
            </a:r>
            <a:r>
              <a:rPr lang="en-IN" dirty="0"/>
              <a:t> Cyber Security Internship</a:t>
            </a:r>
          </a:p>
          <a:p>
            <a:r>
              <a:rPr lang="en-IN" dirty="0"/>
              <a:t>Prepared By:</a:t>
            </a:r>
          </a:p>
          <a:p>
            <a:r>
              <a:rPr lang="en-IN" dirty="0"/>
              <a:t>Deependra Pandey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8522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BF6F6-7BE0-E04E-44FF-174C4B116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Phishing?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4210B-38C9-1FC1-B0E4-30639DE2D6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Phishing is a type of cyber attack in which attackers try to steal sensitive information such as usernames, passwords, bank details, and personal data by pretending to be a trusted person or organization.</a:t>
            </a:r>
          </a:p>
          <a:p>
            <a:endParaRPr lang="en-US" dirty="0"/>
          </a:p>
          <a:p>
            <a:r>
              <a:rPr lang="en-US" dirty="0"/>
              <a:t>Phishing attacks are commonly carried out through:</a:t>
            </a:r>
          </a:p>
          <a:p>
            <a:r>
              <a:rPr lang="en-US" dirty="0"/>
              <a:t>• Emails</a:t>
            </a:r>
          </a:p>
          <a:p>
            <a:r>
              <a:rPr lang="en-US" dirty="0"/>
              <a:t>• Fake websites</a:t>
            </a:r>
          </a:p>
          <a:p>
            <a:r>
              <a:rPr lang="en-US" dirty="0"/>
              <a:t>• SMS messages (Smishing)</a:t>
            </a:r>
          </a:p>
          <a:p>
            <a:r>
              <a:rPr lang="en-US" dirty="0"/>
              <a:t>• Phone calls (Vishing)</a:t>
            </a:r>
          </a:p>
          <a:p>
            <a:r>
              <a:rPr lang="en-US" dirty="0"/>
              <a:t>• Social media messages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195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7AD7A-977E-E825-7A7F-ABC84D985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Phishing Attacks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C4E3D-8DAA-AD67-19F9-F5E7CCACB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There are several types of phishing attacks:</a:t>
            </a:r>
          </a:p>
          <a:p>
            <a:endParaRPr lang="en-US" dirty="0"/>
          </a:p>
          <a:p>
            <a:r>
              <a:rPr lang="en-US" dirty="0"/>
              <a:t>• Email Phishing – Fake emails pretending to be from trusted organizations.</a:t>
            </a:r>
          </a:p>
          <a:p>
            <a:endParaRPr lang="en-US" dirty="0"/>
          </a:p>
          <a:p>
            <a:r>
              <a:rPr lang="en-US" dirty="0"/>
              <a:t>• Spear Phishing – Targeted phishing attacks aimed at a specific individual or organization.</a:t>
            </a:r>
          </a:p>
          <a:p>
            <a:endParaRPr lang="en-US" dirty="0"/>
          </a:p>
          <a:p>
            <a:r>
              <a:rPr lang="en-US" dirty="0"/>
              <a:t>• Smishing – Phishing attacks sent through SMS or text messages.</a:t>
            </a:r>
          </a:p>
          <a:p>
            <a:endParaRPr lang="en-US" dirty="0"/>
          </a:p>
          <a:p>
            <a:r>
              <a:rPr lang="en-US" dirty="0"/>
              <a:t>• Vishing – Voice phishing using phone calls to trick victims.</a:t>
            </a:r>
          </a:p>
          <a:p>
            <a:endParaRPr lang="en-US" dirty="0"/>
          </a:p>
          <a:p>
            <a:r>
              <a:rPr lang="en-US" dirty="0"/>
              <a:t>• Clone Phishing – A legitimate email is copied and modified with malicious links or attachments.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2057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39B2A-4FB2-585C-8FBD-BCB875C27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Recognize Phishing Emails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B05F4-A5BA-DDC9-C7B7-AEED256CB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Look for these warning signs:</a:t>
            </a:r>
          </a:p>
          <a:p>
            <a:endParaRPr lang="en-US" dirty="0"/>
          </a:p>
          <a:p>
            <a:r>
              <a:rPr lang="en-US" dirty="0"/>
              <a:t>• The sender's email address looks suspicious.</a:t>
            </a:r>
          </a:p>
          <a:p>
            <a:r>
              <a:rPr lang="en-US" dirty="0"/>
              <a:t>• The message creates urgency or threatens immediate action.</a:t>
            </a:r>
          </a:p>
          <a:p>
            <a:r>
              <a:rPr lang="en-US" dirty="0"/>
              <a:t>• It contains spelling or grammar mistakes.</a:t>
            </a:r>
          </a:p>
          <a:p>
            <a:r>
              <a:rPr lang="en-US" dirty="0"/>
              <a:t>• Links point to unknown or fake websites.</a:t>
            </a:r>
          </a:p>
          <a:p>
            <a:r>
              <a:rPr lang="en-US" dirty="0"/>
              <a:t>• Unexpected attachments are included.</a:t>
            </a:r>
          </a:p>
          <a:p>
            <a:r>
              <a:rPr lang="en-US" dirty="0"/>
              <a:t>• The email asks for passwords, OTPs, or bank details.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3089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8DFE8-19E7-9CA0-E43A-B9601935C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Identify Fake Websites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72D50-4DB1-A0FD-2B43-CE83B41FD8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Before entering personal information, always check:</a:t>
            </a:r>
          </a:p>
          <a:p>
            <a:endParaRPr lang="en-IN" dirty="0"/>
          </a:p>
          <a:p>
            <a:r>
              <a:rPr lang="en-IN" dirty="0"/>
              <a:t>• The website uses HTTPS (🔒 secure connection).</a:t>
            </a:r>
          </a:p>
          <a:p>
            <a:r>
              <a:rPr lang="en-IN" dirty="0"/>
              <a:t>• The URL is spelled correctly (e.g., amazon.com, not amaz0n.com).</a:t>
            </a:r>
          </a:p>
          <a:p>
            <a:r>
              <a:rPr lang="en-IN" dirty="0"/>
              <a:t>• Look for poor design, spelling mistakes, or broken links.</a:t>
            </a:r>
          </a:p>
          <a:p>
            <a:r>
              <a:rPr lang="en-IN" dirty="0"/>
              <a:t>• Avoid websites asking for unnecessary personal or banking information.</a:t>
            </a:r>
          </a:p>
          <a:p>
            <a:r>
              <a:rPr lang="en-IN" dirty="0"/>
              <a:t>• Verify the website before making payments or logging in.</a:t>
            </a:r>
          </a:p>
        </p:txBody>
      </p:sp>
    </p:spTree>
    <p:extLst>
      <p:ext uri="{BB962C8B-B14F-4D97-AF65-F5344CB8AC3E}">
        <p14:creationId xmlns:p14="http://schemas.microsoft.com/office/powerpoint/2010/main" val="2863401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EFE6A-748C-12F3-82FB-419B8CD06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Social Engineering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0DF4F-3271-17C6-44BA-07A5E0ABF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Social engineering is the practice of manipulating people into revealing confidential information.</a:t>
            </a:r>
          </a:p>
          <a:p>
            <a:endParaRPr lang="en-US" dirty="0"/>
          </a:p>
          <a:p>
            <a:r>
              <a:rPr lang="en-US" dirty="0"/>
              <a:t>Common techniques include:</a:t>
            </a:r>
          </a:p>
          <a:p>
            <a:endParaRPr lang="en-US" dirty="0"/>
          </a:p>
          <a:p>
            <a:r>
              <a:rPr lang="en-US" dirty="0"/>
              <a:t>• Pretending to be a trusted person or organization.</a:t>
            </a:r>
          </a:p>
          <a:p>
            <a:r>
              <a:rPr lang="en-US" dirty="0"/>
              <a:t>• Creating fear or urgency to force quick decisions.</a:t>
            </a:r>
          </a:p>
          <a:p>
            <a:r>
              <a:rPr lang="en-US" dirty="0"/>
              <a:t>• Offering fake rewards, prizes, or job opportunities.</a:t>
            </a:r>
          </a:p>
          <a:p>
            <a:r>
              <a:rPr lang="en-US" dirty="0"/>
              <a:t>• Requesting passwords, OTPs, or personal information.</a:t>
            </a:r>
          </a:p>
          <a:p>
            <a:r>
              <a:rPr lang="en-US" dirty="0"/>
              <a:t>• Building trust through phone calls, emails, or social media.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1839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FAC5B-5108-B9D4-851B-9877D1B54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Practices to Stay Safe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2B3F9-7A92-CC9C-6F37-EDE6E955E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Follow these cybersecurity best practices:</a:t>
            </a:r>
          </a:p>
          <a:p>
            <a:endParaRPr lang="en-US" dirty="0"/>
          </a:p>
          <a:p>
            <a:r>
              <a:rPr lang="en-US" dirty="0"/>
              <a:t>• Never click on suspicious links or attachments.</a:t>
            </a:r>
          </a:p>
          <a:p>
            <a:r>
              <a:rPr lang="en-US" dirty="0"/>
              <a:t>• Always verify the sender before responding.</a:t>
            </a:r>
          </a:p>
          <a:p>
            <a:r>
              <a:rPr lang="en-US" dirty="0"/>
              <a:t>• Use strong and unique passwords.</a:t>
            </a:r>
          </a:p>
          <a:p>
            <a:r>
              <a:rPr lang="en-US" dirty="0"/>
              <a:t>• Enable Two-Factor Authentication (2FA).</a:t>
            </a:r>
          </a:p>
          <a:p>
            <a:r>
              <a:rPr lang="en-US" dirty="0"/>
              <a:t>• Keep your operating system and antivirus software updated.</a:t>
            </a:r>
          </a:p>
          <a:p>
            <a:r>
              <a:rPr lang="en-US" dirty="0"/>
              <a:t>• Never share passwords, OTPs, or banking details with anyone.</a:t>
            </a:r>
          </a:p>
          <a:p>
            <a:r>
              <a:rPr lang="en-US" dirty="0"/>
              <a:t>• Report phishing emails to your organization or email provider.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2941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81E15-4259-0084-0B88-3A576C903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Real-World Phishing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5C45D-8C5B-8DFA-7ED6-AEA78668B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Example:</a:t>
            </a:r>
          </a:p>
          <a:p>
            <a:endParaRPr lang="en-US" dirty="0"/>
          </a:p>
          <a:p>
            <a:r>
              <a:rPr lang="en-US" dirty="0"/>
              <a:t>A user receives an email claiming to be from their bank.</a:t>
            </a:r>
          </a:p>
          <a:p>
            <a:endParaRPr lang="en-US" dirty="0"/>
          </a:p>
          <a:p>
            <a:r>
              <a:rPr lang="en-US" dirty="0"/>
              <a:t>The email asks the user to click a link and verify their account immediately.</a:t>
            </a:r>
          </a:p>
          <a:p>
            <a:endParaRPr lang="en-US" dirty="0"/>
          </a:p>
          <a:p>
            <a:r>
              <a:rPr lang="en-US" dirty="0"/>
              <a:t>The link opens a fake banking website that looks genuine.</a:t>
            </a:r>
          </a:p>
          <a:p>
            <a:endParaRPr lang="en-US" dirty="0"/>
          </a:p>
          <a:p>
            <a:r>
              <a:rPr lang="en-US" dirty="0"/>
              <a:t>The user enters their username and password, allowing attackers to steal their login credentials and potentially access their bank account.</a:t>
            </a:r>
          </a:p>
          <a:p>
            <a:endParaRPr lang="en-US" dirty="0"/>
          </a:p>
          <a:p>
            <a:r>
              <a:rPr lang="en-US" dirty="0"/>
              <a:t>Lesson:</a:t>
            </a:r>
          </a:p>
          <a:p>
            <a:r>
              <a:rPr lang="en-US" dirty="0"/>
              <a:t>Always verify the sender and the website URL before entering sensitive information.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6245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41365-5BCE-DC71-B3F1-B44BBEE34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Interactive 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A03C7-98D6-C6BA-BC0C-530B54C2CD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dirty="0"/>
              <a:t>1. What is phishing?</a:t>
            </a:r>
          </a:p>
          <a:p>
            <a:r>
              <a:rPr lang="en-US" dirty="0"/>
              <a:t>A) A cyber attack</a:t>
            </a:r>
          </a:p>
          <a:p>
            <a:r>
              <a:rPr lang="en-US" dirty="0"/>
              <a:t>B) A programming language</a:t>
            </a:r>
          </a:p>
          <a:p>
            <a:r>
              <a:rPr lang="en-US" dirty="0"/>
              <a:t>C) An antivirus</a:t>
            </a:r>
          </a:p>
          <a:p>
            <a:endParaRPr lang="en-US" dirty="0"/>
          </a:p>
          <a:p>
            <a:r>
              <a:rPr lang="en-US" dirty="0"/>
              <a:t>2. Which protocol indicates a secure website?</a:t>
            </a:r>
          </a:p>
          <a:p>
            <a:r>
              <a:rPr lang="en-US" dirty="0"/>
              <a:t>A) HTTP</a:t>
            </a:r>
          </a:p>
          <a:p>
            <a:r>
              <a:rPr lang="en-US" dirty="0"/>
              <a:t>B) HTTPS</a:t>
            </a:r>
          </a:p>
          <a:p>
            <a:r>
              <a:rPr lang="en-US" dirty="0"/>
              <a:t>C) FTP</a:t>
            </a:r>
          </a:p>
          <a:p>
            <a:endParaRPr lang="en-US" dirty="0"/>
          </a:p>
          <a:p>
            <a:r>
              <a:rPr lang="en-US" dirty="0"/>
              <a:t>3. Should you share your OTP with anyone?</a:t>
            </a:r>
          </a:p>
          <a:p>
            <a:r>
              <a:rPr lang="en-US" dirty="0"/>
              <a:t>A) Yes</a:t>
            </a:r>
          </a:p>
          <a:p>
            <a:r>
              <a:rPr lang="en-US" dirty="0"/>
              <a:t>B) No</a:t>
            </a:r>
          </a:p>
          <a:p>
            <a:endParaRPr lang="en-US" dirty="0"/>
          </a:p>
          <a:p>
            <a:r>
              <a:rPr lang="en-US" dirty="0"/>
              <a:t>Answers:</a:t>
            </a:r>
          </a:p>
          <a:p>
            <a:r>
              <a:rPr lang="en-US" dirty="0"/>
              <a:t>1-A</a:t>
            </a:r>
          </a:p>
          <a:p>
            <a:r>
              <a:rPr lang="en-US" dirty="0"/>
              <a:t>2-B</a:t>
            </a:r>
          </a:p>
          <a:p>
            <a:r>
              <a:rPr lang="en-US" dirty="0"/>
              <a:t>3-B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1185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E867F-22C4-7366-E181-0AE4BCE48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2D4F1-2522-B218-5A57-BA1EB6996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Thank You!</a:t>
            </a:r>
          </a:p>
          <a:p>
            <a:endParaRPr lang="en-US" dirty="0"/>
          </a:p>
          <a:p>
            <a:r>
              <a:rPr lang="en-US" dirty="0"/>
              <a:t>Stay Safe.</a:t>
            </a:r>
          </a:p>
          <a:p>
            <a:r>
              <a:rPr lang="en-US" dirty="0"/>
              <a:t>Stay Alert.</a:t>
            </a:r>
          </a:p>
          <a:p>
            <a:r>
              <a:rPr lang="en-US" dirty="0"/>
              <a:t>Think Before You Click.</a:t>
            </a:r>
          </a:p>
          <a:p>
            <a:endParaRPr lang="en-US" dirty="0"/>
          </a:p>
          <a:p>
            <a:r>
              <a:rPr lang="en-US" dirty="0"/>
              <a:t>Prepared By:</a:t>
            </a:r>
          </a:p>
          <a:p>
            <a:r>
              <a:rPr lang="en-US" dirty="0"/>
              <a:t>Deependra Pandey</a:t>
            </a:r>
          </a:p>
          <a:p>
            <a:endParaRPr lang="en-US" dirty="0"/>
          </a:p>
          <a:p>
            <a:r>
              <a:rPr lang="en-US" dirty="0" err="1"/>
              <a:t>CodeAlpha</a:t>
            </a:r>
            <a:r>
              <a:rPr lang="en-US" dirty="0"/>
              <a:t> Cyber Security Internship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9233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622</Words>
  <Application>Microsoft Office PowerPoint</Application>
  <PresentationFormat>Widescreen</PresentationFormat>
  <Paragraphs>105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Phishing Awareness Training</vt:lpstr>
      <vt:lpstr>What is Phishing?</vt:lpstr>
      <vt:lpstr>Types of Phishing Attacks</vt:lpstr>
      <vt:lpstr>How to Recognize Phishing Emails</vt:lpstr>
      <vt:lpstr>How to Identify Fake Websites</vt:lpstr>
      <vt:lpstr>Social Engineering Techniques</vt:lpstr>
      <vt:lpstr>Best Practices to Stay Safe</vt:lpstr>
      <vt:lpstr>Real-World Phishing Example</vt:lpstr>
      <vt:lpstr>Interactive Quiz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Shabnam Prajapati</dc:creator>
  <cp:lastModifiedBy>Shabnam Prajapati</cp:lastModifiedBy>
  <cp:revision>1</cp:revision>
  <dcterms:created xsi:type="dcterms:W3CDTF">2026-06-30T13:59:29Z</dcterms:created>
  <dcterms:modified xsi:type="dcterms:W3CDTF">2026-06-30T14:00:36Z</dcterms:modified>
</cp:coreProperties>
</file>